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E87C-5F2D-40C6-9BC6-2017A40D9A0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D6465-4769-4ABB-B3A3-E968B7E4BED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rector, Professor &amp; Associate Professor at Shri Ramswaroop Memorial  University: Apply Now!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430" y="541855"/>
            <a:ext cx="6385508" cy="326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24253" y="280198"/>
            <a:ext cx="1107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 RAMSWAROOP MEMORIAL UNIVERSITY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06818" y="3345451"/>
            <a:ext cx="8308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(UCS6702PJ)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61281" y="3807069"/>
            <a:ext cx="8004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NexVerse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–AI-CENTRIC SOCIAL MEDIA MOBILE APPLICATION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88375" y="4484077"/>
            <a:ext cx="3754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Prabhaditya Parth (20231010110350)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 Pandey (202310101110349)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Shivam Prasad (202310101110305)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5866" y="4496738"/>
            <a:ext cx="3833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Neelesh Mishra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58281" y="4496738"/>
            <a:ext cx="3264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Neha Anand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WPS Presentation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Prabhaditya Parth</dc:creator>
  <cp:lastModifiedBy>Raghvendra Pratap Singh</cp:lastModifiedBy>
  <cp:revision>6</cp:revision>
  <dcterms:created xsi:type="dcterms:W3CDTF">2026-03-10T14:36:00Z</dcterms:created>
  <dcterms:modified xsi:type="dcterms:W3CDTF">2026-03-11T04:58:33Z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252AF6ABCB8A407E970628F848796E2B_13</vt:lpwstr>
  </property>
  <property fmtid="{D5CDD505-2E9C-101B-9397-08002B2CF9AE}" pid="3" name="KSOProductBuildVer">
    <vt:lpwstr>1033-12.2.0.23196</vt:lpwstr>
  </property>
</Properties>
</file>